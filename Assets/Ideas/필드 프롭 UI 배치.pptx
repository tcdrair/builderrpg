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DED1F-E8C7-A707-D1AE-DE65E241F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2AC279-A94C-952D-5227-66C33C051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DE7DC5-C09E-5A36-404E-4FF131F0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BAF1D-C81A-42C7-1600-A69A90AD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E49F08-3CD4-4667-B786-9C70324C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73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7C6CD-6917-63B4-2378-033BF6C7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45550-6B4B-8355-C1FC-B925434DF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84187-23C8-3645-9B63-1437D9F6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17EE6-BB79-21EE-2C46-309424774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56A3E-D1D2-899C-3DC2-745458B1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8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925DD-B381-474E-4A8E-5B4002E1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673643-8953-2B9A-BD54-E334B232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52986-A8C7-12E3-C909-AFD335C4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94337-CFB0-863D-A37D-A5D304D4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819D1-76F4-D650-7951-9C628B09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2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7FA48-4170-0FA0-AF31-EF95B575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B5F04-9712-95B1-5D29-4EA39F8F5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62EB5B-A27A-66B7-D233-CBD1DBBEC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23E547-4708-2D66-795D-7215C7E8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39BB8B-83AA-4085-03E7-0B3B5A88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B0994A-CCC4-4108-61A1-3FFF1DF9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72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1A930-8351-D2C8-C0DA-EE0C132F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B5CBF-DD82-981C-E957-C9DA60EEC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48BDB4-ED89-66C4-556E-2E2435BE4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CD4A5F-1321-F7C7-E7E2-8FA792A05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FBD659-95DC-34AA-6C84-A0BCE8DF7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AFE3F8-3F9E-03F7-0387-7194E3F4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244EDF-C735-9F8C-3517-036020A58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22E44A-2052-78CA-919D-69D6E8F4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5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1B94B-BB31-31B1-08B6-B0EB7B45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A44725-8372-4B40-41D4-2361737C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1D8253-FDA3-089E-EE0C-D0293677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D2B4F-B05A-36D1-91FB-6483227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95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917089-1796-1339-039B-CDF3B81C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178490-DEF4-9F5F-F8CD-B931DED0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3E5B9-D3F5-6757-A0AA-D75204CD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99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9D351-F81F-D2CC-469B-F013C09F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D2750-D987-B193-8904-56FED79D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7BD4F3-F6F5-546F-9113-1F20E85D6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414DE-C9C4-7706-00D2-810EC4DC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A56938-83A3-A7BA-C594-7209117F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385061-E9EB-39EB-BDD0-A888165A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99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F4507-3568-B31F-A99B-BEE6D3FB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417349-5E44-A93D-895E-EFD5CC059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F60910-7008-703F-5F97-5701C017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9E874B-61AC-8CEA-062C-700010A0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32E903-98B5-92E0-C320-35FB8585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3F61CF-283C-7BF1-F95E-1DA5EBCF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94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43A75-8C14-D67E-2FFE-E5C28EF9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B66F14-261C-86C9-10DD-F19AA539C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72E80-C8E5-A0E7-4518-8D6A413E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DF195F-8ABD-EE41-7410-E02B78E7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CFC8A7-5CBD-3DD2-E4A7-7879C86B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15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3E5A97-B07D-D475-D4FD-0DD0536C9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8F055B-148E-53A0-5B5E-C3423B262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A48FD-EA2C-A653-4D6F-5F480C9D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FAB70E-456B-50B5-FE78-234AEA23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50094D-DF64-2E5D-F179-9D70FC88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5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0A5E40-337F-32D3-9434-27D7F6C0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95D6BB-8A06-C4C5-124E-E74160268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F6601D-9FC9-59A4-FB93-33D8D7955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49A4-B4B8-4181-8257-0C0C319DFF18}" type="datetimeFigureOut">
              <a:rPr lang="ko-KR" altLang="en-US" smtClean="0"/>
              <a:t>2023-08-12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CFB2C-FF16-9175-4780-159F7380B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C879B-9DF9-4ED1-476E-9BD87C2D3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C1915-6555-4FE0-A22F-60922F757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6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야생의 땅 : 듀랑고 기본 인터페이스 익히기 : 네이버 블로그">
            <a:extLst>
              <a:ext uri="{FF2B5EF4-FFF2-40B4-BE49-F238E27FC236}">
                <a16:creationId xmlns:a16="http://schemas.microsoft.com/office/drawing/2014/main" id="{6093A094-6908-A153-33F2-570057BBCE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0025" y="0"/>
            <a:ext cx="12392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996A2CB-44E9-2815-B373-8C4EE06428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786270" y="1217428"/>
            <a:ext cx="8619460" cy="4423144"/>
            <a:chOff x="1786270" y="1217428"/>
            <a:chExt cx="8619460" cy="442314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6DF7A17-5A3E-5C46-EE52-FCF1D44015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16526" y="2849526"/>
              <a:ext cx="1158948" cy="1158948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 dirty="0">
                  <a:solidFill>
                    <a:sysClr val="windowText" lastClr="000000"/>
                  </a:solidFill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프롭 위치</a:t>
              </a:r>
              <a:endParaRPr lang="en-US" altLang="ko-KR" sz="2400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9EBBD89-D85E-BC1F-88F2-7C11ED6E94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86270" y="1217428"/>
              <a:ext cx="3306726" cy="4423144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5000">
                  <a:srgbClr val="404040">
                    <a:alpha val="75000"/>
                  </a:srgbClr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9D73D5D-BBD3-C3D6-D8EE-C613F29423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7099004" y="1217428"/>
              <a:ext cx="3306726" cy="4423144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5000">
                  <a:srgbClr val="404040">
                    <a:alpha val="75000"/>
                  </a:srgbClr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310548-5B59-180E-8900-E0C88160F587}"/>
              </a:ext>
            </a:extLst>
          </p:cNvPr>
          <p:cNvSpPr/>
          <p:nvPr/>
        </p:nvSpPr>
        <p:spPr>
          <a:xfrm>
            <a:off x="2457450" y="1307970"/>
            <a:ext cx="2493669" cy="20067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Control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영역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r"/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진행 중 업무의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변경사항</a:t>
            </a:r>
            <a:b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</a:b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관리 슬롯이 배치됨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r"/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Ex: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가공 취소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b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</a:b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작업 대기열 편집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등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0A1D19-5117-9BFD-B0B9-518B9EC02539}"/>
              </a:ext>
            </a:extLst>
          </p:cNvPr>
          <p:cNvSpPr/>
          <p:nvPr/>
        </p:nvSpPr>
        <p:spPr>
          <a:xfrm>
            <a:off x="7240881" y="1307970"/>
            <a:ext cx="2493669" cy="422752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Action/Task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영역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업무 할당 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or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실행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등 각종 액티브 슬롯의 위치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Action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 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Tasks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보다 위에 배치되며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각 슬롯의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위치가 변동하지 않도록 항상 모두 표시됨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C65F0E-92A7-767C-DE31-32F455ED4A5C}"/>
              </a:ext>
            </a:extLst>
          </p:cNvPr>
          <p:cNvSpPr/>
          <p:nvPr/>
        </p:nvSpPr>
        <p:spPr>
          <a:xfrm>
            <a:off x="2483421" y="3543301"/>
            <a:ext cx="2493669" cy="146654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Info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영역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r"/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해당 프롭에서 가장</a:t>
            </a:r>
            <a:b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</a:b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중요한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정보만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추려내어</a:t>
            </a:r>
            <a:b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</a:b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기재되는 영역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r"/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 :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내구도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저장공간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FEC2D5-2331-FB69-193D-CF55ACBBFFA4}"/>
              </a:ext>
            </a:extLst>
          </p:cNvPr>
          <p:cNvSpPr/>
          <p:nvPr/>
        </p:nvSpPr>
        <p:spPr>
          <a:xfrm>
            <a:off x="7325033" y="2849526"/>
            <a:ext cx="2311728" cy="2601842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+ Special 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영역</a:t>
            </a:r>
            <a:endParaRPr lang="en-US" altLang="ko-KR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특수 슬롯이 있을 경우 잘못 누르지 않도록</a:t>
            </a:r>
            <a:b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</a:b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별도로 하단에 배치</a:t>
            </a:r>
            <a:endParaRPr lang="en-US" altLang="ko-KR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: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전투</a:t>
            </a:r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철거</a:t>
            </a:r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편집</a:t>
            </a:r>
            <a:endParaRPr lang="en-US" altLang="ko-KR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7AC03D5-4D9F-9C44-77E1-EE418F1D1066}"/>
              </a:ext>
            </a:extLst>
          </p:cNvPr>
          <p:cNvSpPr/>
          <p:nvPr/>
        </p:nvSpPr>
        <p:spPr>
          <a:xfrm>
            <a:off x="2457449" y="5129214"/>
            <a:ext cx="2493669" cy="391990"/>
          </a:xfrm>
          <a:prstGeom prst="round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75000">
                <a:schemeClr val="tx2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상세정보 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UI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버튼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A12D7-CFA4-5E0E-1B0E-89C2D8DBDA5F}"/>
              </a:ext>
            </a:extLst>
          </p:cNvPr>
          <p:cNvSpPr txBox="1"/>
          <p:nvPr/>
        </p:nvSpPr>
        <p:spPr>
          <a:xfrm>
            <a:off x="5092996" y="2180602"/>
            <a:ext cx="200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[Lv. nn]</a:t>
            </a:r>
          </a:p>
          <a:p>
            <a:pPr algn="ctr"/>
            <a:r>
              <a:rPr lang="en-US" altLang="ko-KR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{</a:t>
            </a: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프롭 이름</a:t>
            </a:r>
            <a:r>
              <a:rPr lang="en-US" altLang="ko-KR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}</a:t>
            </a:r>
            <a:endParaRPr lang="ko-KR" altLang="en-US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79D4F42-F5F0-B4C8-69B3-EE32A2BA8C40}"/>
              </a:ext>
            </a:extLst>
          </p:cNvPr>
          <p:cNvSpPr/>
          <p:nvPr/>
        </p:nvSpPr>
        <p:spPr>
          <a:xfrm>
            <a:off x="5569412" y="1113593"/>
            <a:ext cx="1053175" cy="1053175"/>
          </a:xfrm>
          <a:prstGeom prst="ellipse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수행 작업</a:t>
            </a:r>
          </a:p>
        </p:txBody>
      </p:sp>
      <p:sp>
        <p:nvSpPr>
          <p:cNvPr id="19" name="부분 원형 18">
            <a:extLst>
              <a:ext uri="{FF2B5EF4-FFF2-40B4-BE49-F238E27FC236}">
                <a16:creationId xmlns:a16="http://schemas.microsoft.com/office/drawing/2014/main" id="{2AAFEA42-B378-B9E8-D6F7-F46819DF8687}"/>
              </a:ext>
            </a:extLst>
          </p:cNvPr>
          <p:cNvSpPr/>
          <p:nvPr/>
        </p:nvSpPr>
        <p:spPr>
          <a:xfrm>
            <a:off x="5569657" y="1112050"/>
            <a:ext cx="1053175" cy="1053175"/>
          </a:xfrm>
          <a:prstGeom prst="pie">
            <a:avLst>
              <a:gd name="adj1" fmla="val 1917957"/>
              <a:gd name="adj2" fmla="val 16200000"/>
            </a:avLst>
          </a:prstGeom>
          <a:solidFill>
            <a:schemeClr val="tx1">
              <a:alpha val="2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tx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61C4A29-D639-9C1A-0966-3FB792FE7CED}"/>
              </a:ext>
            </a:extLst>
          </p:cNvPr>
          <p:cNvGrpSpPr/>
          <p:nvPr/>
        </p:nvGrpSpPr>
        <p:grpSpPr>
          <a:xfrm>
            <a:off x="6482080" y="225903"/>
            <a:ext cx="2673738" cy="884604"/>
            <a:chOff x="6132127" y="642937"/>
            <a:chExt cx="2673738" cy="88460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056FC6-E0BD-9541-9FFF-5F647A015F51}"/>
                </a:ext>
              </a:extLst>
            </p:cNvPr>
            <p:cNvSpPr txBox="1"/>
            <p:nvPr/>
          </p:nvSpPr>
          <p:spPr>
            <a:xfrm>
              <a:off x="6657980" y="642937"/>
              <a:ext cx="21478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클릭 시 작업 취소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EB37311-82E1-2187-D0E0-FB4B4CB0FB59}"/>
                </a:ext>
              </a:extLst>
            </p:cNvPr>
            <p:cNvCxnSpPr>
              <a:cxnSpLocks/>
            </p:cNvCxnSpPr>
            <p:nvPr/>
          </p:nvCxnSpPr>
          <p:spPr>
            <a:xfrm>
              <a:off x="6649979" y="966670"/>
              <a:ext cx="198176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75A200E-3F8B-59DD-4EAE-2E1A794EF0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2127" y="965404"/>
              <a:ext cx="525853" cy="5621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74A4CD9-3574-3900-63BC-1562C0E9B769}"/>
              </a:ext>
            </a:extLst>
          </p:cNvPr>
          <p:cNvGrpSpPr/>
          <p:nvPr/>
        </p:nvGrpSpPr>
        <p:grpSpPr>
          <a:xfrm>
            <a:off x="4392710" y="5757863"/>
            <a:ext cx="5222777" cy="904117"/>
            <a:chOff x="5499032" y="385151"/>
            <a:chExt cx="5222777" cy="90411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0D0ED0-98E2-E7ED-BB0D-25141E9BD3ED}"/>
                </a:ext>
              </a:extLst>
            </p:cNvPr>
            <p:cNvSpPr txBox="1"/>
            <p:nvPr/>
          </p:nvSpPr>
          <p:spPr>
            <a:xfrm>
              <a:off x="6657980" y="642937"/>
              <a:ext cx="40638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자연물 프롭 등 </a:t>
              </a:r>
              <a:r>
                <a:rPr lang="en-US" altLang="ko-KR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Control / Info </a:t>
              </a:r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요소가</a:t>
              </a:r>
              <a:br>
                <a:rPr lang="en-US" altLang="ko-KR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</a:br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없는 프롭은 왼쪽 영역이 표시되지 않음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341B6CF3-FFBD-8B00-92DA-0CB64256B20F}"/>
                </a:ext>
              </a:extLst>
            </p:cNvPr>
            <p:cNvCxnSpPr>
              <a:cxnSpLocks/>
            </p:cNvCxnSpPr>
            <p:nvPr/>
          </p:nvCxnSpPr>
          <p:spPr>
            <a:xfrm>
              <a:off x="6675734" y="1289268"/>
              <a:ext cx="3917488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8E7DF4C-0014-C9A4-A30B-E9EC435E5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9032" y="385151"/>
              <a:ext cx="1176702" cy="9041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34BB932-7853-2FF1-900C-915461A497EF}"/>
              </a:ext>
            </a:extLst>
          </p:cNvPr>
          <p:cNvSpPr txBox="1"/>
          <p:nvPr/>
        </p:nvSpPr>
        <p:spPr>
          <a:xfrm>
            <a:off x="2431052" y="847421"/>
            <a:ext cx="249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Secondary</a:t>
            </a:r>
            <a:r>
              <a:rPr lang="ko-KR" altLang="en-US" dirty="0"/>
              <a:t> 슬롯 위치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B275D3-2071-4417-F9AC-6E0126D38EAE}"/>
              </a:ext>
            </a:extLst>
          </p:cNvPr>
          <p:cNvSpPr txBox="1"/>
          <p:nvPr/>
        </p:nvSpPr>
        <p:spPr>
          <a:xfrm>
            <a:off x="7243959" y="843526"/>
            <a:ext cx="249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Primary</a:t>
            </a:r>
            <a:r>
              <a:rPr lang="ko-KR" altLang="en-US" dirty="0"/>
              <a:t> 슬롯 위치</a:t>
            </a:r>
          </a:p>
        </p:txBody>
      </p:sp>
    </p:spTree>
    <p:extLst>
      <p:ext uri="{BB962C8B-B14F-4D97-AF65-F5344CB8AC3E}">
        <p14:creationId xmlns:p14="http://schemas.microsoft.com/office/powerpoint/2010/main" val="33012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야생의 땅 : 듀랑고 기본 인터페이스 익히기 : 네이버 블로그">
            <a:extLst>
              <a:ext uri="{FF2B5EF4-FFF2-40B4-BE49-F238E27FC236}">
                <a16:creationId xmlns:a16="http://schemas.microsoft.com/office/drawing/2014/main" id="{79F85914-F15C-6E4D-A3AD-2A7956081DF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0025" y="0"/>
            <a:ext cx="12392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90B0D0F-5661-AE66-7795-A220F4CC759E}"/>
              </a:ext>
            </a:extLst>
          </p:cNvPr>
          <p:cNvSpPr/>
          <p:nvPr/>
        </p:nvSpPr>
        <p:spPr>
          <a:xfrm>
            <a:off x="5516525" y="2849525"/>
            <a:ext cx="1158948" cy="115894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프롭 위치</a:t>
            </a:r>
            <a:endParaRPr lang="en-US" altLang="ko-KR" sz="2400" b="1" dirty="0">
              <a:solidFill>
                <a:sysClr val="windowText" lastClr="0000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585C75-B57F-5DFB-C675-126A7566C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17837" y="-46348"/>
            <a:ext cx="4791495" cy="6904348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25000">
                <a:srgbClr val="404040">
                  <a:alpha val="75000"/>
                </a:srgb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5AF16C-EDFC-9301-396D-589A00659689}"/>
              </a:ext>
            </a:extLst>
          </p:cNvPr>
          <p:cNvSpPr/>
          <p:nvPr/>
        </p:nvSpPr>
        <p:spPr>
          <a:xfrm>
            <a:off x="7634564" y="196019"/>
            <a:ext cx="870691" cy="646596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대기열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045E82-3183-4FB2-8A70-55BCF3E73D16}"/>
              </a:ext>
            </a:extLst>
          </p:cNvPr>
          <p:cNvSpPr/>
          <p:nvPr/>
        </p:nvSpPr>
        <p:spPr>
          <a:xfrm>
            <a:off x="8678104" y="199470"/>
            <a:ext cx="3097129" cy="645906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Action/Task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영역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업무 할당 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or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실행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등 각종 액티브 슬롯의 위치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Action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 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Tasks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보다 위에 배치되며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각 슬롯의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위치가 변동하지 않도록 항상 모두 표시됨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철거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제거 등의 </a:t>
            </a:r>
            <a:r>
              <a:rPr lang="ko-KR" altLang="en-US" b="1" dirty="0" err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프롭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삭제 특성의 슬롯은 </a:t>
            </a:r>
            <a:r>
              <a:rPr lang="ko-KR" altLang="en-US" b="1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항상 최하단에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배치</a:t>
            </a:r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endParaRPr lang="en-US" altLang="ko-KR" b="1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93A81C-4591-5D9E-93CF-05BF3F4F67B1}"/>
              </a:ext>
            </a:extLst>
          </p:cNvPr>
          <p:cNvSpPr/>
          <p:nvPr/>
        </p:nvSpPr>
        <p:spPr>
          <a:xfrm>
            <a:off x="287886" y="2138659"/>
            <a:ext cx="3097129" cy="171013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Info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영역</a:t>
            </a:r>
            <a:endParaRPr lang="en-US" altLang="ko-KR" b="1" dirty="0">
              <a:solidFill>
                <a:sysClr val="windowText" lastClr="0000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r"/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해당 프롭에서 아주아주</a:t>
            </a:r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중요한</a:t>
            </a:r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정보만</a:t>
            </a:r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추려내어</a:t>
            </a:r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기재되는 영역</a:t>
            </a:r>
            <a:endParaRPr lang="en-US" altLang="ko-KR" b="1" dirty="0">
              <a:solidFill>
                <a:sysClr val="windowText" lastClr="0000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r"/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 :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내구도</a:t>
            </a:r>
            <a:r>
              <a:rPr lang="en-US" altLang="ko-KR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ko-KR" altLang="en-US" b="1" dirty="0">
                <a:solidFill>
                  <a:sysClr val="windowText" lastClr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저장공간</a:t>
            </a:r>
            <a:endParaRPr lang="en-US" altLang="ko-KR" b="1" dirty="0">
              <a:solidFill>
                <a:sysClr val="windowText" lastClr="0000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998A39-7B18-915C-95AF-F2F956243E0E}"/>
              </a:ext>
            </a:extLst>
          </p:cNvPr>
          <p:cNvSpPr/>
          <p:nvPr/>
        </p:nvSpPr>
        <p:spPr>
          <a:xfrm>
            <a:off x="8684400" y="5728996"/>
            <a:ext cx="3328454" cy="92953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+ Special 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영역</a:t>
            </a:r>
            <a:endParaRPr lang="en-US" altLang="ko-KR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전투</a:t>
            </a:r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편집 등</a:t>
            </a:r>
            <a: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특수 슬롯이 있을</a:t>
            </a:r>
            <a:br>
              <a:rPr lang="en-US" altLang="ko-KR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</a:br>
            <a:r>
              <a:rPr lang="ko-KR" altLang="en-US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경우 하단 영역 생성</a:t>
            </a:r>
            <a:endParaRPr lang="en-US" altLang="ko-KR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7C36ABD-E690-516A-C9EF-AF09D8A92257}"/>
              </a:ext>
            </a:extLst>
          </p:cNvPr>
          <p:cNvSpPr/>
          <p:nvPr/>
        </p:nvSpPr>
        <p:spPr>
          <a:xfrm>
            <a:off x="242067" y="3428999"/>
            <a:ext cx="3188765" cy="391990"/>
          </a:xfrm>
          <a:prstGeom prst="round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75000">
                <a:schemeClr val="tx2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Ex : 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상세정보 </a:t>
            </a:r>
            <a:r>
              <a:rPr lang="en-US" altLang="ko-KR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UI</a:t>
            </a:r>
            <a:r>
              <a:rPr lang="ko-KR" altLang="en-US" b="1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버튼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AE0E7-26AA-AA02-FDD8-46D5BD7CBA8C}"/>
              </a:ext>
            </a:extLst>
          </p:cNvPr>
          <p:cNvSpPr txBox="1"/>
          <p:nvPr/>
        </p:nvSpPr>
        <p:spPr>
          <a:xfrm>
            <a:off x="5092996" y="2180602"/>
            <a:ext cx="200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[Lv. nn]</a:t>
            </a:r>
          </a:p>
          <a:p>
            <a:pPr algn="ctr"/>
            <a:r>
              <a:rPr lang="en-US" altLang="ko-KR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{</a:t>
            </a: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프롭 이름</a:t>
            </a:r>
            <a:r>
              <a:rPr lang="en-US" altLang="ko-KR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}</a:t>
            </a:r>
            <a:endParaRPr lang="ko-KR" altLang="en-US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13486C4-69C7-9764-744F-2EE0020C76AE}"/>
              </a:ext>
            </a:extLst>
          </p:cNvPr>
          <p:cNvGrpSpPr/>
          <p:nvPr/>
        </p:nvGrpSpPr>
        <p:grpSpPr>
          <a:xfrm>
            <a:off x="7716410" y="614156"/>
            <a:ext cx="728661" cy="729559"/>
            <a:chOff x="5569412" y="1112050"/>
            <a:chExt cx="1053420" cy="105471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2840792-10E2-44DE-9065-387EFD108226}"/>
                </a:ext>
              </a:extLst>
            </p:cNvPr>
            <p:cNvSpPr/>
            <p:nvPr/>
          </p:nvSpPr>
          <p:spPr>
            <a:xfrm>
              <a:off x="5569412" y="1113593"/>
              <a:ext cx="1053175" cy="1053175"/>
            </a:xfrm>
            <a:prstGeom prst="ellipse">
              <a:avLst/>
            </a:prstGeom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수행 작업</a:t>
              </a:r>
            </a:p>
          </p:txBody>
        </p:sp>
        <p:sp>
          <p:nvSpPr>
            <p:cNvPr id="16" name="부분 원형 15">
              <a:extLst>
                <a:ext uri="{FF2B5EF4-FFF2-40B4-BE49-F238E27FC236}">
                  <a16:creationId xmlns:a16="http://schemas.microsoft.com/office/drawing/2014/main" id="{9036D94F-8308-8005-EFC8-FCAB5CCA7098}"/>
                </a:ext>
              </a:extLst>
            </p:cNvPr>
            <p:cNvSpPr/>
            <p:nvPr/>
          </p:nvSpPr>
          <p:spPr>
            <a:xfrm>
              <a:off x="5569657" y="1112050"/>
              <a:ext cx="1053175" cy="1053175"/>
            </a:xfrm>
            <a:prstGeom prst="pie">
              <a:avLst>
                <a:gd name="adj1" fmla="val 1917957"/>
                <a:gd name="adj2" fmla="val 16200000"/>
              </a:avLst>
            </a:prstGeom>
            <a:solidFill>
              <a:schemeClr val="tx1">
                <a:alpha val="25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68F3F0-7A65-7E7C-10FA-670A65C64F86}"/>
              </a:ext>
            </a:extLst>
          </p:cNvPr>
          <p:cNvGrpSpPr/>
          <p:nvPr/>
        </p:nvGrpSpPr>
        <p:grpSpPr>
          <a:xfrm>
            <a:off x="5169147" y="113145"/>
            <a:ext cx="2383573" cy="914527"/>
            <a:chOff x="6649979" y="642937"/>
            <a:chExt cx="2383573" cy="9145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73F57B-2D36-D92F-E416-6274249CDA69}"/>
                </a:ext>
              </a:extLst>
            </p:cNvPr>
            <p:cNvSpPr txBox="1"/>
            <p:nvPr/>
          </p:nvSpPr>
          <p:spPr>
            <a:xfrm>
              <a:off x="6657980" y="642937"/>
              <a:ext cx="21478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클릭 시 작업 취소</a:t>
              </a: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5B8F03D-02DF-E531-F8F5-2BDC8A2004BA}"/>
                </a:ext>
              </a:extLst>
            </p:cNvPr>
            <p:cNvCxnSpPr>
              <a:cxnSpLocks/>
            </p:cNvCxnSpPr>
            <p:nvPr/>
          </p:nvCxnSpPr>
          <p:spPr>
            <a:xfrm>
              <a:off x="6649979" y="966670"/>
              <a:ext cx="198176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C702CF3-D9A0-EB0B-F2FB-92037DCCA37F}"/>
                </a:ext>
              </a:extLst>
            </p:cNvPr>
            <p:cNvCxnSpPr>
              <a:cxnSpLocks/>
            </p:cNvCxnSpPr>
            <p:nvPr/>
          </p:nvCxnSpPr>
          <p:spPr>
            <a:xfrm>
              <a:off x="8631741" y="966670"/>
              <a:ext cx="401811" cy="5907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34E9E13-0694-DE0D-0B46-EAECCCD96DAC}"/>
              </a:ext>
            </a:extLst>
          </p:cNvPr>
          <p:cNvGrpSpPr/>
          <p:nvPr/>
        </p:nvGrpSpPr>
        <p:grpSpPr>
          <a:xfrm>
            <a:off x="386942" y="4008473"/>
            <a:ext cx="3382626" cy="891107"/>
            <a:chOff x="6657981" y="398161"/>
            <a:chExt cx="3382626" cy="89110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8CC0EF-4671-34DB-AA01-13B16152D78B}"/>
                </a:ext>
              </a:extLst>
            </p:cNvPr>
            <p:cNvSpPr txBox="1"/>
            <p:nvPr/>
          </p:nvSpPr>
          <p:spPr>
            <a:xfrm>
              <a:off x="6657981" y="642937"/>
              <a:ext cx="33826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자연물 프롭 등 </a:t>
              </a:r>
              <a:r>
                <a:rPr lang="en-US" altLang="ko-KR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Info </a:t>
              </a:r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요소가</a:t>
              </a:r>
              <a:r>
                <a:rPr lang="en-US" altLang="ko-KR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 </a:t>
              </a:r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없는</a:t>
              </a:r>
              <a:br>
                <a:rPr lang="en-US" altLang="ko-KR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</a:br>
              <a:r>
                <a:rPr lang="ko-KR" altLang="en-US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프롭은 왼쪽 영역이 표시되지 않음</a:t>
              </a: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DA9778C-6DE5-30EB-5BCD-E7A1F1A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6675734" y="1289268"/>
              <a:ext cx="327156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69CA823-F441-565A-36B1-B596DADEB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734" y="398161"/>
              <a:ext cx="0" cy="8911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5391D8A-5E65-1541-7C71-8EA3BF27514B}"/>
              </a:ext>
            </a:extLst>
          </p:cNvPr>
          <p:cNvGrpSpPr/>
          <p:nvPr/>
        </p:nvGrpSpPr>
        <p:grpSpPr>
          <a:xfrm>
            <a:off x="7706279" y="1441282"/>
            <a:ext cx="738623" cy="739320"/>
            <a:chOff x="7705577" y="1518692"/>
            <a:chExt cx="738623" cy="739320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0CD3D90-FC20-323E-15CD-3EF86F3F78FC}"/>
                </a:ext>
              </a:extLst>
            </p:cNvPr>
            <p:cNvSpPr/>
            <p:nvPr/>
          </p:nvSpPr>
          <p:spPr>
            <a:xfrm>
              <a:off x="7705577" y="1529520"/>
              <a:ext cx="728491" cy="728492"/>
            </a:xfrm>
            <a:prstGeom prst="ellipse">
              <a:avLst/>
            </a:prstGeom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latin typeface="나눔스퀘어 Light" panose="020B0600000101010101" pitchFamily="50" charset="-127"/>
                  <a:ea typeface="나눔스퀘어 Light" panose="020B0600000101010101" pitchFamily="50" charset="-127"/>
                </a:rPr>
                <a:t>대기작업</a:t>
              </a:r>
              <a:endParaRPr lang="en-US" altLang="ko-KR" sz="1400" b="1" dirty="0">
                <a:latin typeface="나눔스퀘어 Light" panose="020B0600000101010101" pitchFamily="50" charset="-127"/>
                <a:ea typeface="나눔스퀘어 Light" panose="020B0600000101010101" pitchFamily="50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A7D4304-E851-D399-80D0-AB6EE50A075C}"/>
                </a:ext>
              </a:extLst>
            </p:cNvPr>
            <p:cNvSpPr/>
            <p:nvPr/>
          </p:nvSpPr>
          <p:spPr>
            <a:xfrm>
              <a:off x="7719174" y="1518692"/>
              <a:ext cx="725026" cy="725026"/>
            </a:xfrm>
            <a:prstGeom prst="ellipse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C5478CA-0B53-FE83-97FC-028A2B78836A}"/>
              </a:ext>
            </a:extLst>
          </p:cNvPr>
          <p:cNvSpPr/>
          <p:nvPr/>
        </p:nvSpPr>
        <p:spPr>
          <a:xfrm>
            <a:off x="11918644" y="196019"/>
            <a:ext cx="94210" cy="5234397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9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230</Words>
  <Application>Microsoft Office PowerPoint</Application>
  <PresentationFormat>와이드스크린</PresentationFormat>
  <Paragraphs>50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 Light</vt:lpstr>
      <vt:lpstr>나눔스퀘어라운드 ExtraBold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</dc:creator>
  <cp:lastModifiedBy>R</cp:lastModifiedBy>
  <cp:revision>5</cp:revision>
  <dcterms:created xsi:type="dcterms:W3CDTF">2023-08-11T05:31:25Z</dcterms:created>
  <dcterms:modified xsi:type="dcterms:W3CDTF">2023-08-12T06:23:02Z</dcterms:modified>
</cp:coreProperties>
</file>